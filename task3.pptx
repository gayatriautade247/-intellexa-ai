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ude.ai/public/artifacts/d0d48212-830e-403d-b3e9-9b72bb3defe5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61390"/>
            <a:ext cx="5097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u="sng" b="1" sz="1200">
                <a:solidFill>
                  <a:srgbClr val="467886"/>
                </a:solidFill>
                <a:uFill>
                  <a:solidFill>
                    <a:srgbClr val="467885">
                      <a:alpha val="100000"/>
                    </a:srgbClr>
                  </a:solidFill>
                </a:uFill>
                <a:latin typeface="Roboto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1"/>
                    </a:ext>
                  </a:extLst>
                </a:hlinkClick>
              </a:rPr>
              <a:t>https://claude.ai/public/artifacts/d0d48212-830e-403d-b3e9-9b72bb3defe5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5220" y="1299210"/>
            <a:ext cx="49453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200">
                <a:solidFill>
                  <a:srgbClr val="000000"/>
                </a:solidFill>
                <a:latin typeface="Noto Serif"/>
              </a:rPr>
              <a:t> Multi-Agent AI System – Uses two specialized AI agents with clearly defined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15110"/>
            <a:ext cx="10769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sz="1200">
                <a:solidFill>
                  <a:srgbClr val="000000"/>
                </a:solidFill>
                <a:latin typeface="Noto Serif"/>
              </a:rPr>
              <a:t>responsibilities.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710" y="1855470"/>
            <a:ext cx="56934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 Research &amp; Patent Analysis – Agent 1 finds and analyzes research papers, patents, and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3910"/>
            <a:ext cx="15595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sz="1200">
                <a:solidFill>
                  <a:srgbClr val="000000"/>
                </a:solidFill>
                <a:latin typeface="Noto Serif"/>
              </a:rPr>
              <a:t>emerging technologies.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5220" y="2414270"/>
            <a:ext cx="5544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200">
                <a:solidFill>
                  <a:srgbClr val="000000"/>
                </a:solidFill>
                <a:latin typeface="Noto Serif"/>
              </a:rPr>
              <a:t> Competitor &amp; News Monitoring – Agent 2 tracks competitor activities, industry news,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0170"/>
            <a:ext cx="17881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200">
                <a:solidFill>
                  <a:srgbClr val="000000"/>
                </a:solidFill>
                <a:latin typeface="Noto Serif"/>
              </a:rPr>
              <a:t>and market developments.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220" y="2970530"/>
            <a:ext cx="5702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200">
                <a:solidFill>
                  <a:srgbClr val="000000"/>
                </a:solidFill>
                <a:latin typeface="Noto Serif"/>
              </a:rPr>
              <a:t> Agent-to-Agent Collaboration – Agents share findings and use each other’s information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6430"/>
            <a:ext cx="131445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200">
                <a:solidFill>
                  <a:srgbClr val="000000"/>
                </a:solidFill>
                <a:latin typeface="Noto Serif"/>
              </a:rPr>
              <a:t>for deeper analysis.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060" y="3525520"/>
            <a:ext cx="56286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200">
                <a:solidFill>
                  <a:srgbClr val="000000"/>
                </a:solidFill>
                <a:latin typeface="Noto Serif"/>
              </a:rPr>
              <a:t> Intelligence Dashboard – Presents important findings, trends, opportunities, and risks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5229"/>
            <a:ext cx="86613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in one place.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610" y="4081779"/>
            <a:ext cx="56540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200">
                <a:solidFill>
                  <a:srgbClr val="000000"/>
                </a:solidFill>
                <a:latin typeface="Noto Serif"/>
              </a:rPr>
              <a:t> Actionable Insights – Converts collected information into useful recommendations for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00220"/>
            <a:ext cx="1168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200">
                <a:solidFill>
                  <a:srgbClr val="000000"/>
                </a:solidFill>
                <a:latin typeface="Noto Serif"/>
              </a:rPr>
              <a:t>decision-making.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5220" y="4640580"/>
            <a:ext cx="544575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200">
                <a:solidFill>
                  <a:srgbClr val="000000"/>
                </a:solidFill>
                <a:latin typeface="Noto Serif"/>
              </a:rPr>
              <a:t> Real-Time Information Gathering – Uses external search/API tools when required to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56480"/>
            <a:ext cx="19024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200">
                <a:solidFill>
                  <a:srgbClr val="000000"/>
                </a:solidFill>
                <a:latin typeface="Noto Serif"/>
              </a:rPr>
              <a:t>collect updated information.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